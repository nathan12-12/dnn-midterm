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C72C-BA25-2B6F-0003-796B49B0D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FB72E-484A-47F3-FFDD-AA5AD56CA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6B212-B251-25F1-D19B-66D0FA0E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4C0D-3F13-6B8C-D36A-E8B1F9B8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E752E-B7A3-AD95-BC63-31B9347D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6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ECFD-A69D-60D2-2D57-E3D3C154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7BD77-2643-7715-D581-487544320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A0D6E-9C38-5EC8-2F47-E010EB87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9987F-9E40-45BB-0DAC-EDCE7B09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D38DE-E405-CFF8-EE69-D41D3634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3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6AE56-D078-6BC3-7D53-1BB6CE4F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367A7-A35E-9911-4BFC-25D31598E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EB2B0-A49A-56E6-D711-420904FF3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6F16A-7DA5-0937-DEF5-3EAB5A677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676B-C594-C84F-77F4-B9BE61A8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6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3020-2B79-CE05-11F1-279F161F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C50D-E8EF-69B4-86B5-B1B20C109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3944A-6ACE-B716-7148-F85FFCBC4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8E14C-4BD5-81B1-5671-05F71FD4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1BE9B-E900-2A91-4453-65AAFA06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872DD-C51D-0158-BC3F-5C7E31CE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27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2EFE-1A71-DB61-CEEC-8D52DF6B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46630-B091-E7FA-1640-93A89BA6D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5AA78-CE4B-2542-2633-4F0C8FC9F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98B6D-0CE2-BF78-A376-48789DFE7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71AC1-39E4-083D-C65D-D62956189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0249C-04C4-9B3E-61D0-67D272CE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E78414-D562-272F-B7E6-77B5CB15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A21B5-32C7-F9D2-088B-2BA731C5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7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FAEA-6D4B-488F-A01F-467226DA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0BDF8-A36F-3B74-A811-0568E25C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5FABD9-A52F-8718-A8DC-F4204E23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9788D-09FE-1765-9B65-A92C650A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4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3ED18-9211-8813-9474-B6CB355A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EDA76-1914-A15F-084E-E4B8BD273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B97E7-2723-EB8A-71F0-7ADEE7F8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9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801E-284E-1E4E-E0DC-756DD9A1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D991-6600-6547-2B5A-DD61DC8C4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74C08-05E7-8274-9673-9783E671E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400C6-DD90-AB78-BB55-FA4611F0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8125F-0838-56CB-4267-F192DE6E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C0ACF-E649-704E-37A2-67D89041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5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45DA-1AF5-A970-5C62-5130A16B0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138DB-7C73-9085-90B2-12A556C7D8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2E30E-29C6-70BD-7A0B-AC17844F6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E4CE2-8A46-D59B-EE94-1A03B384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93DE7-D4EF-F188-8886-06FE3E1A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1802A-376B-8703-BE24-B7B63354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7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243A-A277-B01B-CA10-EBFFC13E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99779-C293-C817-D89D-5D3CCE67B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B7567-53EB-BC45-208F-91C76394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1056F-7DDF-617B-B850-0E217AAD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D5A3F-5A1E-FF4A-C055-503399D5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9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AEF34-2FDB-D5DE-BF3D-84A03CCD7B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77D1C-387E-EDC1-33AC-13C115633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304C3-AB60-6521-4E75-D3D93F26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594BB-965F-C6B4-3C6F-93B49ECD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50039-6C7F-074C-88F5-C24A4ADB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2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7DE95-4D97-1F25-893A-A077ECDF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03F26-9CDC-609C-F9FA-FEE280979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8B800-76A2-3DD0-B8E9-B9FA152EA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192D4-6058-460C-AE90-1055A292E89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6A105-BE70-103C-0483-D487746AE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39681-58BB-ECDD-6664-031C79DD3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374AF-601B-4EE4-930E-01EBF5133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2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345A-ED87-B680-FB9D-51FCFC995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Classifying 100 Images on CIFAR-Dataset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96B71-CF05-1107-757E-EC0038C23E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Nathanael Solagratia &amp; Christian Simmons</a:t>
            </a:r>
          </a:p>
        </p:txBody>
      </p:sp>
    </p:spTree>
    <p:extLst>
      <p:ext uri="{BB962C8B-B14F-4D97-AF65-F5344CB8AC3E}">
        <p14:creationId xmlns:p14="http://schemas.microsoft.com/office/powerpoint/2010/main" val="282828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0F3CB-C63C-8E5E-74A6-2ACD71339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1466-A3D0-073D-2395-2C726F8B1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 Neural Networks (DNNs) excel at complex tasks like image classification or recognition, where traditional machine learning (ML) reaches its limits.</a:t>
            </a:r>
          </a:p>
          <a:p>
            <a:r>
              <a:rPr lang="en-US" dirty="0"/>
              <a:t>Introduced in 2009, the CIFAR-100 dataset remains a fundamental benchmark for evaluating fine-grained image recognition. The goal is to classify 100 distinct images, with only 32x32 pixel resolution.</a:t>
            </a:r>
          </a:p>
          <a:p>
            <a:r>
              <a:rPr lang="en-US" dirty="0"/>
              <a:t>We chose this task because it clearly demonstrates how DNNs outperform classical ML as dataset size and class count scales larger and bigger.</a:t>
            </a:r>
          </a:p>
        </p:txBody>
      </p:sp>
    </p:spTree>
    <p:extLst>
      <p:ext uri="{BB962C8B-B14F-4D97-AF65-F5344CB8AC3E}">
        <p14:creationId xmlns:p14="http://schemas.microsoft.com/office/powerpoint/2010/main" val="403266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449E-F7C1-C0AC-439C-C6063A22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8CDA9-87F6-779B-1904-3155CD10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entire CIFAR-100 dataset consists of 60K images, and we split the dataset into 40K training, 10K validation and testing (Krizhevsky &amp; Hinton, 2009). </a:t>
            </a:r>
          </a:p>
          <a:p>
            <a:r>
              <a:rPr lang="en-US" dirty="0"/>
              <a:t>Entire dataset transferred to GPU memory for zero data-transfer latency. Real-time training augmentations (random cropping &amp; horizontal flipping) executed directly on the GPU.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28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1C82-D598-4E47-5033-EF82FC40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116"/>
            <a:ext cx="10515600" cy="747683"/>
          </a:xfrm>
        </p:spPr>
        <p:txBody>
          <a:bodyPr/>
          <a:lstStyle/>
          <a:p>
            <a:pPr algn="ctr"/>
            <a:r>
              <a:rPr lang="en-US" dirty="0"/>
              <a:t>2D-CNN Model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6EEB2-69E3-6C67-BB5A-F879BC19D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15062"/>
            <a:ext cx="10515600" cy="2407821"/>
          </a:xfrm>
        </p:spPr>
        <p:txBody>
          <a:bodyPr>
            <a:normAutofit/>
          </a:bodyPr>
          <a:lstStyle/>
          <a:p>
            <a:r>
              <a:rPr lang="en-US" dirty="0"/>
              <a:t>Feedforward 2D CNN with Gaussian Error Linear Unit (GELU) activation. The model expect 32x32 input dimension.</a:t>
            </a:r>
          </a:p>
          <a:p>
            <a:r>
              <a:rPr lang="en-US" dirty="0"/>
              <a:t>It has 3 layers, each has 3x3 convolution, batch normalization, GELU activation, and 2x2 max pooling layer.</a:t>
            </a:r>
          </a:p>
          <a:p>
            <a:r>
              <a:rPr lang="en-US" dirty="0"/>
              <a:t>We utilized drop out rate of 30% and 512-unit hidden layer.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8547CD-E11E-1EC5-B285-499E4CE02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579" y="833376"/>
            <a:ext cx="9514841" cy="348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4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88FA-FD56-6F62-7754-13D1FDAC5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Logistic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F4645-FDB2-127E-B7B9-842D7BA93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2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8DAF-AD27-1348-6C82-46C008B38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6E79-F62B-8B5E-A19B-EDF4D221E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Dosovitskiy, A. (2020). An image is worth 16x16 words: Transformers for image recognition at scale.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preprint arXiv:2010.11929.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Krizhevsky, A., &amp; Hinton, G. (2009). Learning multiple layers of features from tiny images.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Lin, M., Chen, Q., &amp; Yan, S. (2013). Network in network.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preprint arXiv:1312.4400.</a:t>
            </a:r>
          </a:p>
        </p:txBody>
      </p:sp>
    </p:spTree>
    <p:extLst>
      <p:ext uri="{BB962C8B-B14F-4D97-AF65-F5344CB8AC3E}">
        <p14:creationId xmlns:p14="http://schemas.microsoft.com/office/powerpoint/2010/main" val="217636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288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Classifying 100 Images on CIFAR-Dataset</vt:lpstr>
      <vt:lpstr>Introduction</vt:lpstr>
      <vt:lpstr>Data Preparation</vt:lpstr>
      <vt:lpstr>2D-CNN Model Description</vt:lpstr>
      <vt:lpstr>Logistic Regression Model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Solagratia, Nathanael</dc:creator>
  <cp:lastModifiedBy>Solagratia, Nathanael</cp:lastModifiedBy>
  <cp:revision>3</cp:revision>
  <dcterms:created xsi:type="dcterms:W3CDTF">2026-10-12T20:49:29Z</dcterms:created>
  <dcterms:modified xsi:type="dcterms:W3CDTF">2026-10-12T21:35:15Z</dcterms:modified>
</cp:coreProperties>
</file>